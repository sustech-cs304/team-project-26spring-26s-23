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4" autoAdjust="0"/>
    <p:restoredTop sz="94660"/>
  </p:normalViewPr>
  <p:slideViewPr>
    <p:cSldViewPr snapToGrid="0">
      <p:cViewPr varScale="1">
        <p:scale>
          <a:sx n="95" d="100"/>
          <a:sy n="95" d="100"/>
        </p:scale>
        <p:origin x="81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E189F-9527-D306-82D2-81BB07231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AD1575-52CD-C284-0FBE-4A186C87E3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4A1E6-8EF4-7ED1-BDBB-55F8E55D0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936D5-A03A-1AAC-0A09-603F3FF0E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6E7594-CBF5-925E-698B-715D5FE2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81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820F6-D8B4-3795-3F22-CF3FF059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BB6E3A-E456-2FF8-BDD3-58891C08A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1DCD0-FAFA-1258-DC1D-841EE12B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6E1CC2-CB09-ED18-812A-294EED94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98141E-0177-843B-10A5-7637F7939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78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CC352-B67F-1B96-6419-72978BFA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9E4F87-64FB-29F9-7101-BA318A27A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E0F619-9D28-59E1-3034-F92FD139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F0D591-3388-5F2E-460D-BB85CB40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C693F3-1DB0-CA63-6D7A-1770409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69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E8F25-703C-B2B7-F0B4-63E51EF3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731ED8-8C8C-8D50-3A02-0AAB8E9C72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3F7E00-9E9B-C9A1-4F97-C6920FA04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664C5F-B860-B38E-A8A3-D2DA000D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615F7B-609D-0E59-0CC1-AA44C321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7CBBF7-2C4B-923F-DC6C-3E1276FA6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014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1CF9F-5FCD-4356-1F21-BFDFDC596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6F44C-9701-38E3-93EC-0666D42D9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0BA02E-3DDC-9704-47CF-F79C8598F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F9EA2-06C0-D32A-11F2-D18EA3C64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454B16-657A-8EDF-3C69-25DCBD218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8848E3-F3E6-15AD-4BC9-5DA2840BB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B3F629-762D-6CBD-90DC-771F06A4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D1798F-772C-F311-85DB-D542050F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3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88447-A7E3-C11E-8665-64576B4E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0CC429-3B83-ECDE-9EB6-285E2956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F420C8-2DCB-595E-9B0A-0263EBA7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456118-4B82-AFD7-DDB6-E6B6A8ABD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030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C917D5-4947-E55E-E87C-BAF9DADA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B24ABB-C192-BF2E-1CD8-E731F2F5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CB58D2-2337-E3E7-9BCE-B078532A1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04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7C572C-99C9-1C98-20C9-55D254A1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FA6669-CB53-86F3-CE2F-BA035A8A4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FAA494-D6BC-66D2-C8AA-B50A889B7F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9D84FF-BC9E-164E-C0F4-E88050CC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F9A0A4-DAF3-3E94-3E84-CB6FE79A9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723083-AC8C-F022-5CA6-6A341CD71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458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870A4-9F63-8DDB-F00D-FF25C47F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4809DB-AF6B-100A-CCAD-DDBCB15A6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F75792-0719-33C7-8A45-F5FA6C7B1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06F589-CABE-128A-A19A-1BDC4934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3362E8-E52A-2F95-CCEE-DA81525E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F56EB3-0E81-E49A-0B26-8EC7037F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8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C8E5E-D6AD-2C66-5D43-00F2310E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335F96-7399-FD82-F05A-9224C5662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EEA81F-7085-D08D-0A43-78834A2D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78CD7F-195E-104F-CE58-499A9C9B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4881A-E6B8-1D2F-BEEB-CB852C03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4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5D6691-F71C-2D8F-60AF-F4E421969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A846DC-FEDB-A85E-FB56-08A5F061C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C07F99-37D5-996F-45E2-005AB000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6243F6-CF66-08CD-5D70-0246B240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99DA66-ED87-AB05-CFFB-1DC2BABC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827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C9FEDA-0CC1-5E50-2034-9EB602EE2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2F5BB4-9CAA-4F83-B292-A1E0A00B3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0AEB0D-AB3F-66E4-56AF-2E2473BBF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A0D2A-AAE2-4CD1-9470-D36A96F60620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3072C-4FFB-EA4F-1171-904E1C169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D933CC-7F3A-B438-6161-259053D08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F65E2-C50B-49B9-95E2-D48E1C647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01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C804D-1C4C-EAC6-DBD6-4CB66A96EB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zh-CN" altLang="en-US" dirty="0"/>
              <a:t>测试文件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2FF7E5-9C8E-34D8-C0F7-FA496C11C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60018"/>
            <a:ext cx="9144000" cy="1097782"/>
          </a:xfrm>
        </p:spPr>
        <p:txBody>
          <a:bodyPr/>
          <a:lstStyle/>
          <a:p>
            <a:pPr algn="l"/>
            <a:r>
              <a:rPr lang="zh-CN" altLang="en-US" dirty="0"/>
              <a:t>一段文字：</a:t>
            </a:r>
            <a:r>
              <a:rPr lang="en-US" altLang="zh-CN" dirty="0"/>
              <a:t>The quick brown fox jumps over the lazy dog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1303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A9BED-7272-1106-EEC9-727F1CA7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7ABEC59-C4D5-5523-7BA9-9DE563522884}"/>
              </a:ext>
            </a:extLst>
          </p:cNvPr>
          <p:cNvSpPr/>
          <p:nvPr/>
        </p:nvSpPr>
        <p:spPr>
          <a:xfrm>
            <a:off x="1401745" y="1029956"/>
            <a:ext cx="3778180" cy="10349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图形内文字</a:t>
            </a:r>
            <a:endParaRPr lang="en-US" altLang="zh-CN" dirty="0"/>
          </a:p>
          <a:p>
            <a:pPr algn="ctr"/>
            <a:r>
              <a:rPr lang="en-US" altLang="zh-CN" dirty="0"/>
              <a:t>text in shape</a:t>
            </a:r>
            <a:endParaRPr lang="zh-CN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5421E1D-C46A-3CFC-EE90-A77E65C88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223745"/>
              </p:ext>
            </p:extLst>
          </p:nvPr>
        </p:nvGraphicFramePr>
        <p:xfrm>
          <a:off x="2032000" y="3913295"/>
          <a:ext cx="8128000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115430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298282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2287213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827629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测试表格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title3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429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1234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2345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345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45678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706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284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73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宽屏</PresentationFormat>
  <Paragraphs>16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测试文件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_Nyanpass_ .</dc:creator>
  <cp:lastModifiedBy>_Nyanpass_ .</cp:lastModifiedBy>
  <cp:revision>1</cp:revision>
  <dcterms:created xsi:type="dcterms:W3CDTF">2026-03-26T08:06:49Z</dcterms:created>
  <dcterms:modified xsi:type="dcterms:W3CDTF">2026-03-26T08:07:02Z</dcterms:modified>
</cp:coreProperties>
</file>